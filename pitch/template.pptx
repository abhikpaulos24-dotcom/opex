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GoogleSansFlexMedium-regular.fntdata"/><Relationship Id="rId21" Type="http://schemas.openxmlformats.org/officeDocument/2006/relationships/slide" Target="slides/slide16.xml"/><Relationship Id="rId24" Type="http://schemas.openxmlformats.org/officeDocument/2006/relationships/font" Target="fonts/GoogleSansFlex-regular.fntdata"/><Relationship Id="rId23" Type="http://schemas.openxmlformats.org/officeDocument/2006/relationships/font" Target="fonts/GoogleSansFlexMedium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GoogleSansFlexSemiBold-regular.fntdata"/><Relationship Id="rId25" Type="http://schemas.openxmlformats.org/officeDocument/2006/relationships/font" Target="fonts/GoogleSansFlex-bold.fntdata"/><Relationship Id="rId27" Type="http://schemas.openxmlformats.org/officeDocument/2006/relationships/font" Target="fonts/GoogleSansFlexSemiBold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